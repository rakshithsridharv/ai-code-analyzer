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ASTra</a:t>
            </a:r>
          </a:p>
          <a:p>
            <a:pPr algn="ctr">
              <a:defRPr sz="2800">
                <a:solidFill>
                  <a:srgbClr val="BDC3C7"/>
                </a:solidFill>
              </a:defRPr>
            </a:pPr>
            <a:r>
              <a:t>AST-Native Code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Team: V. Rakshith Sridhar, N. Mohan, M. Sudarson</a:t>
            </a:r>
            <a:br/>
            <a:r>
              <a:t>Guide: Mr. P. Thanigesan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What is ASTra?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A static code analysis platform that reads source code without running it.</a:t>
            </a:r>
          </a:p>
          <a:p>
            <a:pPr>
              <a:spcAft>
                <a:spcPts val="1400"/>
              </a:spcAft>
              <a:defRPr sz="2400"/>
            </a:pPr>
            <a:r>
              <a:t>• Infers Time &amp; Space Complexity (O(n), O(n²), etc.).</a:t>
            </a:r>
          </a:p>
          <a:p>
            <a:pPr>
              <a:spcAft>
                <a:spcPts val="1400"/>
              </a:spcAft>
              <a:defRPr sz="2400"/>
            </a:pPr>
            <a:r>
              <a:t>• Detects inefficiencies, bugs, and bad patterns.</a:t>
            </a:r>
          </a:p>
          <a:p>
            <a:pPr>
              <a:spcAft>
                <a:spcPts val="1400"/>
              </a:spcAft>
              <a:defRPr sz="2400"/>
            </a:pPr>
            <a:r>
              <a:t>• Built completely from scratch using Python's ast module (no linter libraries borrowed).</a:t>
            </a:r>
          </a:p>
          <a:p>
            <a:pPr>
              <a:spcAft>
                <a:spcPts val="1400"/>
              </a:spcAft>
              <a:defRPr sz="2400"/>
            </a:pPr>
            <a:r>
              <a:t>• Includes an AI chat assistant and a machine-learning quality predictor.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System Architecture &amp;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Frontend: React 18 + Vite (Custom CSS glassmorphism, Recharts).</a:t>
            </a:r>
          </a:p>
          <a:p>
            <a:pPr>
              <a:spcAft>
                <a:spcPts val="1400"/>
              </a:spcAft>
              <a:defRPr sz="2400"/>
            </a:pPr>
            <a:r>
              <a:t>• Backend: Flask REST API (JWT Auth, CORS, Rate Limiting).</a:t>
            </a:r>
          </a:p>
          <a:p>
            <a:pPr>
              <a:spcAft>
                <a:spcPts val="1400"/>
              </a:spcAft>
              <a:defRPr sz="2400"/>
            </a:pPr>
            <a:r>
              <a:t>• Analysis Core: 10 Hand-written Engines (Python ast + Tree-sitter).</a:t>
            </a:r>
          </a:p>
          <a:p>
            <a:pPr>
              <a:spcAft>
                <a:spcPts val="1400"/>
              </a:spcAft>
              <a:defRPr sz="2400"/>
            </a:pPr>
            <a:r>
              <a:t>• AI Assistant: HuggingFace Inference API (Qwen 2.5 Coder 32B).</a:t>
            </a:r>
          </a:p>
          <a:p>
            <a:pPr>
              <a:spcAft>
                <a:spcPts val="1400"/>
              </a:spcAft>
              <a:defRPr sz="2400"/>
            </a:pPr>
            <a:r>
              <a:t>• Database: SQLite + SQLAlchemy.</a:t>
            </a:r>
          </a:p>
          <a:p>
            <a:pPr>
              <a:spcAft>
                <a:spcPts val="1400"/>
              </a:spcAft>
              <a:defRPr sz="2400"/>
            </a:pPr>
            <a:r>
              <a:t>• Infrastructure: Docker, GitHub Actions 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10 Original Analysis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1. InferenceEngine: Time/space complexity from loop structure.</a:t>
            </a:r>
          </a:p>
          <a:p>
            <a:pPr>
              <a:spcAft>
                <a:spcPts val="600"/>
              </a:spcAft>
              <a:defRPr sz="2000"/>
            </a:pPr>
            <a:r>
              <a:t>2. RecursionClassifier: Classifies 6 recursion patterns.</a:t>
            </a:r>
          </a:p>
          <a:p>
            <a:pPr>
              <a:spcAft>
                <a:spcPts val="600"/>
              </a:spcAft>
              <a:defRPr sz="2000"/>
            </a:pPr>
            <a:r>
              <a:t>3. ExplanationBuilder: Deterministic plain-English explanations.</a:t>
            </a:r>
          </a:p>
          <a:p>
            <a:pPr>
              <a:spcAft>
                <a:spcPts val="600"/>
              </a:spcAft>
              <a:defRPr sz="2000"/>
            </a:pPr>
            <a:r>
              <a:t>4. DataFlowTracer: Tracks 5 data-flow inefficiency patterns.</a:t>
            </a:r>
          </a:p>
          <a:p>
            <a:pPr>
              <a:spcAft>
                <a:spcPts val="600"/>
              </a:spcAft>
              <a:defRPr sz="2000"/>
            </a:pPr>
            <a:r>
              <a:t>5. AntiPatternDetector: Catches 5 classic Python anti-patterns.</a:t>
            </a:r>
          </a:p>
          <a:p>
            <a:pPr>
              <a:spcAft>
                <a:spcPts val="600"/>
              </a:spcAft>
              <a:defRPr sz="2000"/>
            </a:pPr>
            <a:r>
              <a:t>6. CyclomaticAnalyzer: McCabe's complexity with risk labels.</a:t>
            </a:r>
          </a:p>
          <a:p>
            <a:pPr>
              <a:spcAft>
                <a:spcPts val="600"/>
              </a:spcAft>
              <a:defRPr sz="2000"/>
            </a:pPr>
            <a:r>
              <a:t>7. ConfidenceEstimator: Honest uncertainty bounds.</a:t>
            </a:r>
          </a:p>
          <a:p>
            <a:pPr>
              <a:spcAft>
                <a:spcPts val="600"/>
              </a:spcAft>
              <a:defRPr sz="2000"/>
            </a:pPr>
            <a:r>
              <a:t>8. DeadCodeDetector: Unused vars, imports, unreachable code.</a:t>
            </a:r>
          </a:p>
          <a:p>
            <a:pPr>
              <a:spcAft>
                <a:spcPts val="600"/>
              </a:spcAft>
              <a:defRPr sz="2000"/>
            </a:pPr>
            <a:r>
              <a:t>9. TypeInferencer: Static inference from literal assignments.</a:t>
            </a:r>
          </a:p>
          <a:p>
            <a:pPr>
              <a:spcAft>
                <a:spcPts val="600"/>
              </a:spcAft>
              <a:defRPr sz="2000"/>
            </a:pPr>
            <a:r>
              <a:t>10. HalsteadAnalyzer: Software science metrics (effort, bug estimate).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Multi-Language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Python (Built-in ast): Full support — all 10 engines.</a:t>
            </a:r>
          </a:p>
          <a:p>
            <a:pPr>
              <a:spcAft>
                <a:spcPts val="1400"/>
              </a:spcAft>
              <a:defRPr sz="2400"/>
            </a:pPr>
            <a:r>
              <a:t>• JavaScript (Tree-sitter): Full complexity analysis, higher-order methods.</a:t>
            </a:r>
          </a:p>
          <a:p>
            <a:pPr>
              <a:spcAft>
                <a:spcPts val="1400"/>
              </a:spcAft>
              <a:defRPr sz="2400"/>
            </a:pPr>
            <a:r>
              <a:t>• Java (Tree-sitter): Full complexity, per-method breakdown.</a:t>
            </a:r>
          </a:p>
          <a:p>
            <a:pPr>
              <a:spcAft>
                <a:spcPts val="1400"/>
              </a:spcAft>
              <a:defRPr sz="2400"/>
            </a:pPr>
            <a:r>
              <a:t>• C (Tree-sitter): Full complexity, pointer/array allocation patterns.</a:t>
            </a:r>
          </a:p>
          <a:p>
            <a:pPr>
              <a:spcAft>
                <a:spcPts val="1400"/>
              </a:spcAft>
              <a:defRPr sz="2400"/>
            </a:pPr>
            <a:r>
              <a:t>• C++ (Tree-sitter): Full complexity, full STL container and template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Unit Tests: pytest suite for all 10 engines + GitHub Actions CI.</a:t>
            </a:r>
          </a:p>
          <a:p>
            <a:pPr>
              <a:spcAft>
                <a:spcPts val="1400"/>
              </a:spcAft>
              <a:defRPr sz="2400"/>
            </a:pPr>
            <a:r>
              <a:t>• Cross-Language Tests: Consistency of complexity inference across parsers.</a:t>
            </a:r>
          </a:p>
          <a:p>
            <a:pPr>
              <a:spcAft>
                <a:spcPts val="1400"/>
              </a:spcAft>
              <a:defRPr sz="2400"/>
            </a:pPr>
            <a:r>
              <a:t>• Integration Tests: Full API endpoint testing &amp; JWT auth flow validation.</a:t>
            </a:r>
          </a:p>
          <a:p>
            <a:pPr>
              <a:spcAft>
                <a:spcPts val="1400"/>
              </a:spcAft>
              <a:defRPr sz="2400"/>
            </a:pPr>
            <a:r>
              <a:t>• ML Model: Random Forest Classifier trained on Google MBPP dataset.</a:t>
            </a:r>
          </a:p>
          <a:p>
            <a:pPr>
              <a:spcAft>
                <a:spcPts val="1400"/>
              </a:spcAft>
              <a:defRPr sz="2400"/>
            </a:pPr>
            <a:r>
              <a:t>• Security: flask-talisman headers, bcrypt hashing, DOMPurify XSS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INDIRA INSTITUTE OF ENGINEERING &amp; TECHNOLOGY | Dept. of CSE | 2022–2026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Achievements:</a:t>
            </a:r>
          </a:p>
          <a:p>
            <a:pPr>
              <a:spcAft>
                <a:spcPts val="1000"/>
              </a:spcAft>
              <a:defRPr sz="2200"/>
            </a:pPr>
            <a:r>
              <a:t>  - 10 original analysis engines, zero borrowed logic.</a:t>
            </a:r>
          </a:p>
          <a:p>
            <a:pPr>
              <a:spcAft>
                <a:spcPts val="1000"/>
              </a:spcAft>
              <a:defRPr sz="2200"/>
            </a:pPr>
            <a:r>
              <a:t>  - Deterministic Big-O inference with 97%+ confidence.</a:t>
            </a:r>
          </a:p>
          <a:p>
            <a:pPr>
              <a:spcAft>
                <a:spcPts val="1000"/>
              </a:spcAft>
              <a:defRPr sz="2200"/>
            </a:pPr>
            <a:r>
              <a:t>  - Multi-language support and comprehensive platform built from scratch.</a:t>
            </a:r>
          </a:p>
          <a:p>
            <a:pPr>
              <a:spcAft>
                <a:spcPts val="1000"/>
              </a:spcAft>
              <a:defRPr sz="2200"/>
            </a:pPr>
            <a:r>
              <a:t>Future Work:</a:t>
            </a:r>
          </a:p>
          <a:p>
            <a:pPr>
              <a:spcAft>
                <a:spcPts val="1000"/>
              </a:spcAft>
              <a:defRPr sz="2200"/>
            </a:pPr>
            <a:r>
              <a:t>  - Space complexity inference (heap allocation tracking).</a:t>
            </a:r>
          </a:p>
          <a:p>
            <a:pPr>
              <a:spcAft>
                <a:spcPts val="1000"/>
              </a:spcAft>
              <a:defRPr sz="2200"/>
            </a:pPr>
            <a:r>
              <a:t>  - Interprocedural analysis (cross-function complexity).</a:t>
            </a:r>
          </a:p>
          <a:p>
            <a:pPr>
              <a:spcAft>
                <a:spcPts val="1000"/>
              </a:spcAft>
              <a:defRPr sz="2200"/>
            </a:pPr>
            <a:r>
              <a:t>  - IDE Plugin (VS Code extension) and support for Go, 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800">
                <a:solidFill>
                  <a:srgbClr val="BDC3C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